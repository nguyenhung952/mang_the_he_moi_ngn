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256" r:id="rId2"/>
    <p:sldId id="257" r:id="rId3"/>
    <p:sldId id="314" r:id="rId4"/>
    <p:sldId id="377" r:id="rId5"/>
    <p:sldId id="258" r:id="rId6"/>
    <p:sldId id="378" r:id="rId7"/>
    <p:sldId id="379" r:id="rId8"/>
    <p:sldId id="315" r:id="rId9"/>
    <p:sldId id="381" r:id="rId10"/>
    <p:sldId id="380" r:id="rId11"/>
    <p:sldId id="383" r:id="rId12"/>
    <p:sldId id="382" r:id="rId13"/>
    <p:sldId id="384" r:id="rId14"/>
    <p:sldId id="385" r:id="rId15"/>
    <p:sldId id="386" r:id="rId16"/>
    <p:sldId id="388" r:id="rId17"/>
    <p:sldId id="387" r:id="rId18"/>
    <p:sldId id="389" r:id="rId19"/>
    <p:sldId id="390" r:id="rId20"/>
    <p:sldId id="391" r:id="rId21"/>
    <p:sldId id="392" r:id="rId22"/>
    <p:sldId id="393" r:id="rId23"/>
    <p:sldId id="394" r:id="rId24"/>
    <p:sldId id="395" r:id="rId25"/>
    <p:sldId id="396" r:id="rId26"/>
    <p:sldId id="397" r:id="rId27"/>
    <p:sldId id="398" r:id="rId28"/>
    <p:sldId id="399" r:id="rId29"/>
    <p:sldId id="400" r:id="rId30"/>
    <p:sldId id="401" r:id="rId31"/>
    <p:sldId id="402" r:id="rId32"/>
    <p:sldId id="403" r:id="rId33"/>
    <p:sldId id="404" r:id="rId34"/>
    <p:sldId id="405" r:id="rId35"/>
    <p:sldId id="406" r:id="rId36"/>
    <p:sldId id="407" r:id="rId37"/>
    <p:sldId id="408" r:id="rId38"/>
    <p:sldId id="409" r:id="rId39"/>
    <p:sldId id="410" r:id="rId40"/>
    <p:sldId id="411" r:id="rId41"/>
    <p:sldId id="412" r:id="rId42"/>
    <p:sldId id="413" r:id="rId43"/>
    <p:sldId id="414" r:id="rId44"/>
    <p:sldId id="415" r:id="rId45"/>
    <p:sldId id="417" r:id="rId46"/>
    <p:sldId id="418" r:id="rId47"/>
    <p:sldId id="419" r:id="rId48"/>
    <p:sldId id="421" r:id="rId49"/>
    <p:sldId id="422" r:id="rId50"/>
    <p:sldId id="423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67E36-DF5D-435A-8607-287C58FCDFAC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39FBA-5B95-4FEF-A520-BA30C3553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13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95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3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01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96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8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9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8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5917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42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7711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52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29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6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8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7E59-F357-4287-A10D-11DE940C1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4:Báo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18D40-3745-43F5-8C54-D5BF145FD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9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SIP, H.323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MGC-MG hay MGC-server: MGCP,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Megaco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/H.248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PSTN: SIGTRAN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QoS</a:t>
            </a:r>
          </a:p>
        </p:txBody>
      </p:sp>
    </p:spTree>
    <p:extLst>
      <p:ext uri="{BB962C8B-B14F-4D97-AF65-F5344CB8AC3E}">
        <p14:creationId xmlns:p14="http://schemas.microsoft.com/office/powerpoint/2010/main" val="49146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H.323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H.32x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ITU-T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H.323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Internet, EN, LAN, MAN, WAN.</a:t>
            </a:r>
          </a:p>
        </p:txBody>
      </p:sp>
    </p:spTree>
    <p:extLst>
      <p:ext uri="{BB962C8B-B14F-4D97-AF65-F5344CB8AC3E}">
        <p14:creationId xmlns:p14="http://schemas.microsoft.com/office/powerpoint/2010/main" val="3136113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57D182-27FC-4862-8F47-C540B09E1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063" y="106705"/>
            <a:ext cx="6081755" cy="6166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982348" y="6273225"/>
            <a:ext cx="5739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H.323 đ</a:t>
            </a:r>
            <a:r>
              <a:rPr lang="vi-V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33BBFB-8058-4A1D-AE44-6C7546D9D0B6}"/>
              </a:ext>
            </a:extLst>
          </p:cNvPr>
          <p:cNvSpPr txBox="1"/>
          <p:nvPr/>
        </p:nvSpPr>
        <p:spPr>
          <a:xfrm>
            <a:off x="7315199" y="334315"/>
            <a:ext cx="20960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H.323?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782094-DAE9-4FAE-9989-0B5647E1B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854" y="2101947"/>
            <a:ext cx="2398776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23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H.323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1518"/>
            <a:ext cx="8596668" cy="513470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(Terminal-T)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(Gateway-GW)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(Gate Keeper-GK):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(Multipoint Control Unit-MCU)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hay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410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1713868" y="5950634"/>
            <a:ext cx="5739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H.323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3F77CE-7E20-48F9-BEF9-A735889516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489" y="98474"/>
            <a:ext cx="10498774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98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1910816" y="6132550"/>
            <a:ext cx="5739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H.323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8792A5-BED4-4CAD-9C67-0C7BF55396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730" y="140675"/>
            <a:ext cx="10033402" cy="609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98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voicemail…t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8992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4EAA0D-A838-4364-8689-1FE9767793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97"/>
          <a:stretch/>
        </p:blipFill>
        <p:spPr>
          <a:xfrm>
            <a:off x="2480450" y="4903556"/>
            <a:ext cx="4013660" cy="19544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1319973" y="4318781"/>
            <a:ext cx="6501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H.323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9F043A-A295-49F2-9564-034EA722F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6165" y="126607"/>
            <a:ext cx="8884077" cy="419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78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5243"/>
            <a:ext cx="8596668" cy="474315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H.245: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H.225: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RTP/RTCP: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G.711: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T.120: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MCU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479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996BF78-BAD1-42D1-992C-4A60BDD86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102" y="4318781"/>
            <a:ext cx="4637649" cy="24289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2149962" y="4318781"/>
            <a:ext cx="6501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Gateway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3BB086-EAE5-4447-B8CB-B5E93A1E0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1734" y="7766"/>
            <a:ext cx="8721419" cy="43110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B8CC08-C861-4129-8E08-3A3EFE9075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8" y="4324643"/>
            <a:ext cx="2533357" cy="253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72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Gateway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MGC.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SG.</a:t>
            </a:r>
          </a:p>
        </p:txBody>
      </p:sp>
    </p:spTree>
    <p:extLst>
      <p:ext uri="{BB962C8B-B14F-4D97-AF65-F5344CB8AC3E}">
        <p14:creationId xmlns:p14="http://schemas.microsoft.com/office/powerpoint/2010/main" val="370602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H.323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(Switch Circuit Network-SCN):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H.323: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H.245, H.225, RAS.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SCN: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SS7).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142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81EC70-C032-4716-8CC0-27B750943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805" y="275517"/>
            <a:ext cx="8870424" cy="4873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1376244" y="5261316"/>
            <a:ext cx="6501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Gateway</a:t>
            </a:r>
          </a:p>
        </p:txBody>
      </p:sp>
    </p:spTree>
    <p:extLst>
      <p:ext uri="{BB962C8B-B14F-4D97-AF65-F5344CB8AC3E}">
        <p14:creationId xmlns:p14="http://schemas.microsoft.com/office/powerpoint/2010/main" val="382362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Gatekeeper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H.323,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H.323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Terminal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Gateway,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026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866AF2-7437-4299-8ED5-20E15BB4A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076" y="0"/>
            <a:ext cx="8197570" cy="59072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1376244" y="5907257"/>
            <a:ext cx="6501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Gatekeeper</a:t>
            </a:r>
          </a:p>
        </p:txBody>
      </p:sp>
    </p:spTree>
    <p:extLst>
      <p:ext uri="{BB962C8B-B14F-4D97-AF65-F5344CB8AC3E}">
        <p14:creationId xmlns:p14="http://schemas.microsoft.com/office/powerpoint/2010/main" val="3227110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Gatekeeper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(Address Translation)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(Admission Control):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(Bandwidth Control):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(Zone Management)</a:t>
            </a:r>
          </a:p>
        </p:txBody>
      </p:sp>
    </p:spTree>
    <p:extLst>
      <p:ext uri="{BB962C8B-B14F-4D97-AF65-F5344CB8AC3E}">
        <p14:creationId xmlns:p14="http://schemas.microsoft.com/office/powerpoint/2010/main" val="2703276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Gatekeeper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(Call Control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Signalling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(Call Authorization)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(Call Management)</a:t>
            </a:r>
          </a:p>
        </p:txBody>
      </p:sp>
    </p:spTree>
    <p:extLst>
      <p:ext uri="{BB962C8B-B14F-4D97-AF65-F5344CB8AC3E}">
        <p14:creationId xmlns:p14="http://schemas.microsoft.com/office/powerpoint/2010/main" val="1857006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Multipoint Control Unit-MCU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Terminal H.323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Terminal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MCU.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codec,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205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1474719" y="5945048"/>
            <a:ext cx="6501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MCU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762C83-37A9-429F-B53C-B6BC2D29A3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193" y="0"/>
            <a:ext cx="8172438" cy="59450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38278E-5FE2-42AB-B1E2-9B8381DFA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909" y="4276156"/>
            <a:ext cx="2907323" cy="247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660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MCU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(Multipoint Controller-MC):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(Multipoint Processor-MP):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trộn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894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Terminal,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GW,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MCU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GK.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507403-5FAF-462D-9879-61DCF56A5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835" y="3325814"/>
            <a:ext cx="332422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849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G.711 (64kbps) , G.722 (64, 56, 48 kbps), G.723.1 (53, 63 kbps)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G.729 (8kbps).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H.261, H.263.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399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RAS (H.225.0)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 (Registration, Admission and Status):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RAS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918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RAS (H.225.0)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RAS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UDP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nhờ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1718 (multicast)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1719 (unicast)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RAS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(Request):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xRQ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(Confirm):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xCF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(Reject):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xRJ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050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 (Gatekeeper Discovery):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tĩnh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Tĩnh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multicast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GRQ. GK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GCF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GRJ.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397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(Endpoint Registration):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(alias)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Enddpoint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RRQ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RCF.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RRJ.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784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(Endpoint Location):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 hay 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LRQ.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LCF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LRJ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1833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(Admission Control):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ARQ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ARJ.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6123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(Disengage): 1 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DRQ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DCF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DRJ.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324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(Bandwidth change):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BRQ.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BRJ.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9757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(Information):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IRQ.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chi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IRR.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545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Unregistration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URQ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UCF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URJ.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144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RAI; GK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RAC.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SCI,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“Unknown Message Response”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Non-standard Message"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2264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H.225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endpoint.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TCP.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793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H.225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endpoint.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GK.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RAS,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3605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c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H.225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GK,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ACF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PROCEEDING: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SETUP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ALERTING: 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2233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c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H.225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CONNECT: 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COMPLETE: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PROGRESS, FACILITY, STATUS, STATUS INQUIRY, STATUS ACKNOWLEDGE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NOTIFY.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996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-311878" y="5848962"/>
            <a:ext cx="95543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H.225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7E5187-1493-4F62-8117-3AB9C229F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6089" y="112540"/>
            <a:ext cx="7087906" cy="5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802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H.245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H.245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(end to end)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H.245: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H.245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terminal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7233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H.245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H.245: Request, Response, Command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Indication.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H.245: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Master/Slave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7158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terminal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kèm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4620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c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arabicParenR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TerminalCapabilitySet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TerminalCapabilitySetAck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TerminalCapabilitySetReject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TerminalCapabilitySetRelease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2035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0837"/>
            <a:ext cx="8596668" cy="502216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openLogicalChannel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openLogicalChannelAck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openLogicalChannelReject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closeLogicalChannel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closeLogicalChannelAck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H.245: 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chờ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endSession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chờ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endSession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7058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8462"/>
            <a:ext cx="8596668" cy="4830689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 (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H.225.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H.245.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4487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8462"/>
            <a:ext cx="8596668" cy="4830689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RTP/RTCP.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H.245, H.225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7141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0D0C42-255D-40FD-8E97-4B47E430C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802" y="0"/>
            <a:ext cx="7819643" cy="5739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75A02-81D1-490A-9392-944D4A8AA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024" y="2838523"/>
            <a:ext cx="2007361" cy="9624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1308296" y="5739618"/>
            <a:ext cx="6372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602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8AC839-73E7-4762-9311-F664A5680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334" y="24618"/>
            <a:ext cx="7348788" cy="6151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689316" y="6006904"/>
            <a:ext cx="8285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D23CE9-30CD-42DF-B5A0-846A0B06F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77" y="3180910"/>
            <a:ext cx="2086871" cy="49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124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1308296" y="5739618"/>
            <a:ext cx="6372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56C9C1-03EB-4365-A97F-587E92761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633" y="167701"/>
            <a:ext cx="8696056" cy="43480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D24F99-7E95-45D3-AE65-33C6D5894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11" y="4448114"/>
            <a:ext cx="2944987" cy="94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254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DE79F5-3E66-419B-B576-8861FD43C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778" y="0"/>
            <a:ext cx="6720947" cy="62029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DECFD8-4DD7-415F-873B-84F13240843C}"/>
              </a:ext>
            </a:extLst>
          </p:cNvPr>
          <p:cNvSpPr txBox="1"/>
          <p:nvPr/>
        </p:nvSpPr>
        <p:spPr>
          <a:xfrm>
            <a:off x="960013" y="6202904"/>
            <a:ext cx="6372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822ABC-2005-4FD6-89C1-48C2962E7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726" y="1987340"/>
            <a:ext cx="2236764" cy="150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278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2178</TotalTime>
  <Words>2422</Words>
  <Application>Microsoft Office PowerPoint</Application>
  <PresentationFormat>Widescreen</PresentationFormat>
  <Paragraphs>174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Chương 4:Báo hiệu trong mạng NGN</vt:lpstr>
      <vt:lpstr>Giới thiệu về báo hiệu</vt:lpstr>
      <vt:lpstr>Báo hiệu H.323</vt:lpstr>
      <vt:lpstr>PowerPoint Presentation</vt:lpstr>
      <vt:lpstr>Các thành phần của H.323</vt:lpstr>
      <vt:lpstr>PowerPoint Presentation</vt:lpstr>
      <vt:lpstr>PowerPoint Presentation</vt:lpstr>
      <vt:lpstr>Terminal</vt:lpstr>
      <vt:lpstr>PowerPoint Presentation</vt:lpstr>
      <vt:lpstr>Terminal</vt:lpstr>
      <vt:lpstr>PowerPoint Presentation</vt:lpstr>
      <vt:lpstr>Gateway</vt:lpstr>
      <vt:lpstr>Gateway</vt:lpstr>
      <vt:lpstr>PowerPoint Presentation</vt:lpstr>
      <vt:lpstr>Gatekeeper</vt:lpstr>
      <vt:lpstr>PowerPoint Presentation</vt:lpstr>
      <vt:lpstr>Các chức năng cần thiết của Gatekeeper</vt:lpstr>
      <vt:lpstr>Các chức năng tùy chọn của Gatekeeper</vt:lpstr>
      <vt:lpstr>Multipoint Control Unit-MCU</vt:lpstr>
      <vt:lpstr>PowerPoint Presentation</vt:lpstr>
      <vt:lpstr>Cấu tạo của MCU</vt:lpstr>
      <vt:lpstr>Vùng hoạt động</vt:lpstr>
      <vt:lpstr>Giao thức mã hóa và giải mã tín hiệu thoại và hình</vt:lpstr>
      <vt:lpstr>Giao thức báo hiệu RAS (H.225.0)</vt:lpstr>
      <vt:lpstr>Giao thức báo hiệu RAS (H.225.0)</vt:lpstr>
      <vt:lpstr>Chức năng của báo hiệu RAS</vt:lpstr>
      <vt:lpstr>Chức năng của báo hiệu RAS</vt:lpstr>
      <vt:lpstr>Chức năng của báo hiệu RAS</vt:lpstr>
      <vt:lpstr>Chức năng của báo hiệu RAS</vt:lpstr>
      <vt:lpstr>Chức năng của báo hiệu RAS</vt:lpstr>
      <vt:lpstr>Chức năng của báo hiệu RAS</vt:lpstr>
      <vt:lpstr>Chức năng của báo hiệu RAS</vt:lpstr>
      <vt:lpstr>Chức năng của báo hiệu RAS</vt:lpstr>
      <vt:lpstr>Chức năng của báo hiệu RAS</vt:lpstr>
      <vt:lpstr>Giao thức báo hiệu cuộc gọi H.225</vt:lpstr>
      <vt:lpstr>Giao thức báo hiệu cuộc gọi H.225</vt:lpstr>
      <vt:lpstr>Các bản tin cơ bản của H.225</vt:lpstr>
      <vt:lpstr>Các bản tin cơ bản của H.225</vt:lpstr>
      <vt:lpstr>PowerPoint Presentation</vt:lpstr>
      <vt:lpstr>Giao thức điều khiển H.245</vt:lpstr>
      <vt:lpstr>Giao thức điều khiển H.245</vt:lpstr>
      <vt:lpstr>Trao đổi khả năng</vt:lpstr>
      <vt:lpstr>Các bản tin cơ bản</vt:lpstr>
      <vt:lpstr>Báo hiệu kênh luận lý</vt:lpstr>
      <vt:lpstr>Quá trình thực hiện báo hiệu</vt:lpstr>
      <vt:lpstr>Quá trình thực hiện báo hiệu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mạng thế hệ mới</dc:title>
  <dc:creator>macducdung.angel@outlook.com</dc:creator>
  <cp:lastModifiedBy> </cp:lastModifiedBy>
  <cp:revision>174</cp:revision>
  <dcterms:created xsi:type="dcterms:W3CDTF">2018-06-03T01:24:05Z</dcterms:created>
  <dcterms:modified xsi:type="dcterms:W3CDTF">2018-07-25T13:54:49Z</dcterms:modified>
</cp:coreProperties>
</file>
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4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81" r:id="rId14"/>
    <p:sldId id="282" r:id="rId15"/>
    <p:sldId id="283" r:id="rId16"/>
    <p:sldId id="267" r:id="rId17"/>
    <p:sldId id="268" r:id="rId18"/>
    <p:sldId id="276" r:id="rId19"/>
    <p:sldId id="269" r:id="rId20"/>
    <p:sldId id="279" r:id="rId21"/>
    <p:sldId id="278" r:id="rId22"/>
    <p:sldId id="270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596668" cy="4504006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6F0709-9D92-4C7F-BB9C-B6952BA81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383" y="1488281"/>
            <a:ext cx="8352926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2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21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508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viba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76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993534-DE1C-4771-BDB1-9727D2543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193" y="1270000"/>
            <a:ext cx="6108950" cy="538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8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366"/>
            <a:ext cx="9811372" cy="4441917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bit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baudot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POTS (Plain Old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Telephone Service): thông tin tiếng nói được số hóa 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366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3389"/>
            <a:ext cx="8596668" cy="388077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X.25)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X.21).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analog,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78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964207" cy="13208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PSTN (Public Switching Telephone Network) </a:t>
            </a:r>
            <a:br>
              <a:rPr lang="en-US" dirty="0"/>
            </a:b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5158"/>
            <a:ext cx="8596668" cy="455324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tandem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core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ISDN.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6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ISDN (Integrated Service Digital Network) </a:t>
            </a:r>
            <a:br>
              <a:rPr lang="en-US" dirty="0"/>
            </a:b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8613"/>
            <a:ext cx="9165913" cy="3880773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mạng và xây dựng giao tiếp người sử dụng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9409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PSDN (Public Switching Data Network) </a:t>
            </a:r>
            <a:br>
              <a:rPr lang="en-US" dirty="0"/>
            </a:b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9942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9305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PSTN (Public Switching Telephone Network)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8BAAF9-B19C-4281-976E-C4026737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499" y="1712166"/>
            <a:ext cx="4486336" cy="4782763"/>
          </a:xfrm>
        </p:spPr>
        <p:txBody>
          <a:bodyPr>
            <a:normAutofit fontScale="92500" lnSpcReduction="10000"/>
          </a:bodyPr>
          <a:lstStyle/>
          <a:p>
            <a:pPr marR="0" lvl="0" algn="just" fontAlgn="base">
              <a:lnSpc>
                <a:spcPct val="100000"/>
              </a:lnSpc>
              <a:buFont typeface="Wingdings" panose="05000000000000000000" pitchFamily="2" charset="2"/>
              <a:buChar char="q"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ử dụng chuyển mạch kênh. 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00000"/>
              </a:lnSpc>
              <a:buFont typeface="Wingdings" panose="05000000000000000000" pitchFamily="2" charset="2"/>
              <a:buChar char="q"/>
              <a:tabLst/>
            </a:pP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Băng thông được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trước. 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00000"/>
              </a:lnSpc>
              <a:buFont typeface="Wingdings" panose="05000000000000000000" pitchFamily="2" charset="2"/>
              <a:buChar char="q"/>
              <a:tabLst/>
            </a:pP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Đường dẫn dành riêng được thiết lập giữa bên gọi và bên được gọi. 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00000"/>
              </a:lnSpc>
              <a:buFont typeface="Wingdings" panose="05000000000000000000" pitchFamily="2" charset="2"/>
              <a:buChar char="q"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 phí dựa trên khoảng cách và thời lượng cuộc gọi hoặc thời gian. </a:t>
            </a:r>
          </a:p>
        </p:txBody>
      </p:sp>
      <p:pic>
        <p:nvPicPr>
          <p:cNvPr id="14" name="Picture 2" descr="Public Switched Telephone Network Infrastructure [4] | Download Scientific  Diagram">
            <a:extLst>
              <a:ext uri="{FF2B5EF4-FFF2-40B4-BE49-F238E27FC236}">
                <a16:creationId xmlns:a16="http://schemas.microsoft.com/office/drawing/2014/main" id="{EE8439A3-439C-48FC-E9D2-48CD71C6D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/>
          <a:stretch/>
        </p:blipFill>
        <p:spPr bwMode="auto">
          <a:xfrm>
            <a:off x="4867835" y="1363706"/>
            <a:ext cx="7324165" cy="549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400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ISDN (Integrated Service Digital Network)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8BAAF9-B19C-4281-976E-C4026737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58" y="2701553"/>
            <a:ext cx="4728384" cy="2015377"/>
          </a:xfrm>
        </p:spPr>
        <p:txBody>
          <a:bodyPr>
            <a:normAutofit lnSpcReduction="10000"/>
          </a:bodyPr>
          <a:lstStyle/>
          <a:p>
            <a:pPr algn="just" fontAlgn="base">
              <a:buFont typeface="Wingdings" panose="05000000000000000000" pitchFamily="2" charset="2"/>
              <a:buChar char="q"/>
            </a:pP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thiết kế để truyền thoại, dữ liệu và video qua đường dây kỹ thuật số </a:t>
            </a:r>
          </a:p>
        </p:txBody>
      </p:sp>
      <p:pic>
        <p:nvPicPr>
          <p:cNvPr id="6148" name="Picture 4" descr="ISDN,Integrated Services Digital Network">
            <a:extLst>
              <a:ext uri="{FF2B5EF4-FFF2-40B4-BE49-F238E27FC236}">
                <a16:creationId xmlns:a16="http://schemas.microsoft.com/office/drawing/2014/main" id="{EC48EF57-41D4-5CD5-F78C-9B2974C66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942" y="1234328"/>
            <a:ext cx="6919058" cy="505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821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PSDN (Public Switching Data Network)</a:t>
            </a:r>
          </a:p>
        </p:txBody>
      </p:sp>
      <p:pic>
        <p:nvPicPr>
          <p:cNvPr id="6146" name="Picture 2" descr="PSDN,Public Switched Data Network">
            <a:extLst>
              <a:ext uri="{FF2B5EF4-FFF2-40B4-BE49-F238E27FC236}">
                <a16:creationId xmlns:a16="http://schemas.microsoft.com/office/drawing/2014/main" id="{3AC490FF-6E6E-06DE-7B53-D4358D8BE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629" y="1216959"/>
            <a:ext cx="7398930" cy="3710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7124-8DBB-D8B8-B721-D1E5D9ACA5EC}"/>
              </a:ext>
            </a:extLst>
          </p:cNvPr>
          <p:cNvSpPr txBox="1">
            <a:spLocks/>
          </p:cNvSpPr>
          <p:nvPr/>
        </p:nvSpPr>
        <p:spPr>
          <a:xfrm>
            <a:off x="677334" y="3711388"/>
            <a:ext cx="7807760" cy="31466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thiết kế và phát triển để truyền dữ liệu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chuyển mạch gói.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 nhận và giải phóng băng thông khi cần thiết.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 tồn tại đường dẫn riêng giữa người gửi và người nhận.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phí không dựa trên khoảng cách và thời gian mà phụ thuộc vào việc sử dụng dữ liệu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615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GSM (Global System for Mobile Telecom) </a:t>
            </a:r>
            <a:br>
              <a:rPr lang="en-US" dirty="0"/>
            </a:b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9601"/>
            <a:ext cx="9528984" cy="38807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BSC (Base Station Controller), BTS (Base Transfer Station), HLR (Home Location Register), VLR ( Visitor Location Register)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 ( Mobile Subscriber)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550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562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dẻo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488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32E0B6-DBE1-421E-AC8C-EFFBF44B8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294" y="1266092"/>
            <a:ext cx="7001021" cy="525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99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6536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0665"/>
            <a:ext cx="8596668" cy="4240697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01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42C8D0-474A-42EE-A8D0-87F743687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533" y="56265"/>
            <a:ext cx="8764840" cy="55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80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8613"/>
            <a:ext cx="9219701" cy="38807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36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444</TotalTime>
  <Words>1057</Words>
  <Application>Microsoft Office PowerPoint</Application>
  <PresentationFormat>Widescreen</PresentationFormat>
  <Paragraphs>81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Times New Roman</vt:lpstr>
      <vt:lpstr>Trebuchet MS</vt:lpstr>
      <vt:lpstr>Wingdings</vt:lpstr>
      <vt:lpstr>Wingdings 3</vt:lpstr>
      <vt:lpstr>Facet</vt:lpstr>
      <vt:lpstr>Chương 1: Tổng quan về mạng thế hệ mới</vt:lpstr>
      <vt:lpstr>Mạng viễn thông</vt:lpstr>
      <vt:lpstr>Các thành phần chính của mạng viễn thông</vt:lpstr>
      <vt:lpstr>Các thành phần chính của mạng viễn thông</vt:lpstr>
      <vt:lpstr>Các thành phần chính của mạng viễn thông</vt:lpstr>
      <vt:lpstr>Các thành phần chính của mạng viễn thông</vt:lpstr>
      <vt:lpstr>Phân cấp mạng viễn thông</vt:lpstr>
      <vt:lpstr>Đặc điểm mạng viễn thông hiện nay</vt:lpstr>
      <vt:lpstr>Đặc điểm mạng viễn thông hiện nay</vt:lpstr>
      <vt:lpstr>Mạng PSTN (Public Switching Telephone Network)  </vt:lpstr>
      <vt:lpstr>Mạng ISDN (Integrated Service Digital Network)  </vt:lpstr>
      <vt:lpstr>Mạng PSDN (Public Switching Data Network)  </vt:lpstr>
      <vt:lpstr>PSTN (Public Switching Telephone Network)</vt:lpstr>
      <vt:lpstr>ISDN (Integrated Service Digital Network)</vt:lpstr>
      <vt:lpstr>Mạng PSDN (Public Switching Data Network)</vt:lpstr>
      <vt:lpstr>Mạng GSM (Global System for Mobile Telecom)  </vt:lpstr>
      <vt:lpstr>Hạn chế của mạng viễn thông hiện nay</vt:lpstr>
      <vt:lpstr>Hạn chế của mạng viễn thông hiện nay</vt:lpstr>
      <vt:lpstr>Mạng thế hệ mới NGN là gì???</vt:lpstr>
      <vt:lpstr>Mạng thế hệ mới NGN</vt:lpstr>
      <vt:lpstr>Đặc điểm của NGN</vt:lpstr>
      <vt:lpstr>PowerPoint Presentation</vt:lpstr>
      <vt:lpstr>Lý do xuất hiện NGN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Ton Nu Bao Ngoc</cp:lastModifiedBy>
  <cp:revision>35</cp:revision>
  <dcterms:created xsi:type="dcterms:W3CDTF">2018-06-03T01:24:05Z</dcterms:created>
  <dcterms:modified xsi:type="dcterms:W3CDTF">2022-09-16T07:46:06Z</dcterms:modified>
</cp:coreProperties>
</file>
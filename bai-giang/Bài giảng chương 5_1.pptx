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2" r:id="rId29"/>
    <p:sldId id="404" r:id="rId30"/>
    <p:sldId id="405" r:id="rId31"/>
    <p:sldId id="406" r:id="rId32"/>
    <p:sldId id="407" r:id="rId33"/>
    <p:sldId id="40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67E36-DF5D-435A-8607-287C58FCDFAC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39FBA-5B95-4FEF-A520-BA30C3553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91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4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71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F92C-D7EC-4CD5-9141-7D234BCB6D32}" type="datetimeFigureOut">
              <a:rPr lang="en-US" smtClean="0"/>
              <a:t>26-Jul-18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7E59-F357-4287-A10D-11DE940C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18D40-3745-43F5-8C54-D5BF145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2783013" y="5626111"/>
            <a:ext cx="57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4D28D9-B450-45DD-9E92-A42258457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509" y="195994"/>
            <a:ext cx="10641189" cy="526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36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10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2220305" y="5952550"/>
            <a:ext cx="57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F361EC-A9E2-4DBA-A097-A82B94049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7624" y="84408"/>
            <a:ext cx="7740952" cy="586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4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40A661-BE5E-49FB-9FD9-753E0D900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813" y="1519580"/>
            <a:ext cx="7453710" cy="4838700"/>
          </a:xfrm>
        </p:spPr>
      </p:pic>
    </p:spTree>
    <p:extLst>
      <p:ext uri="{BB962C8B-B14F-4D97-AF65-F5344CB8AC3E}">
        <p14:creationId xmlns:p14="http://schemas.microsoft.com/office/powerpoint/2010/main" val="271963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VPN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72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VPN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internet, fax,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47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internet, fax,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16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internet, di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301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di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IP.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H.323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Sau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278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leased line, ATM, frame relay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IP-VPN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696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795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169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tin…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interworking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145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2009290" y="6273225"/>
            <a:ext cx="57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F104E6-5BA5-4F2B-8406-603A425A6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179" y="1496937"/>
            <a:ext cx="8865080" cy="4776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D2FF3E-7B82-42C8-8AB1-D4FE0E5BD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582" y="0"/>
            <a:ext cx="1507534" cy="17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93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622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video,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(VPN):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VPN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48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(Public Network Computing):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 mail, email, fax mail, pages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8910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558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360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FEF9DD-397A-475E-B53E-AA210A153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963" y="3429000"/>
            <a:ext cx="6437800" cy="3334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911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server.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843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platform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704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media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fax…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SIP.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RTP,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media.</a:t>
            </a:r>
          </a:p>
        </p:txBody>
      </p:sp>
    </p:spTree>
    <p:extLst>
      <p:ext uri="{BB962C8B-B14F-4D97-AF65-F5344CB8AC3E}">
        <p14:creationId xmlns:p14="http://schemas.microsoft.com/office/powerpoint/2010/main" val="1989223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C053E-E311-42F8-8FFC-9740CB231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905" y="0"/>
            <a:ext cx="7534130" cy="5832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545056" y="5832024"/>
            <a:ext cx="57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79019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502852" y="5966105"/>
            <a:ext cx="57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20B23F-8506-4668-ACB2-C4C9D1DEC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463" y="10551"/>
            <a:ext cx="8332115" cy="595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1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0015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176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2304710" y="5966105"/>
            <a:ext cx="57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5D0FBF-DEB5-455B-8AE3-1A713ED01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416" y="120773"/>
            <a:ext cx="10091136" cy="584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09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876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362173" y="6091310"/>
            <a:ext cx="7613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395CC1B-9B33-4BFC-9944-6BC59C6AF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954" y="0"/>
            <a:ext cx="8669637" cy="610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56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652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291834" y="6091310"/>
            <a:ext cx="7613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NGN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5B1CB7-41D8-4EE3-AA57-4B3C3729A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214" y="181915"/>
            <a:ext cx="10588060" cy="602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875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2303</TotalTime>
  <Words>1791</Words>
  <Application>Microsoft Office PowerPoint</Application>
  <PresentationFormat>Widescreen</PresentationFormat>
  <Paragraphs>107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Chương 5: Dịch vụ trong mạng NGN</vt:lpstr>
      <vt:lpstr>Giới thiệu chung </vt:lpstr>
      <vt:lpstr>PowerPoint Presentation</vt:lpstr>
      <vt:lpstr>Giới thiệu chung </vt:lpstr>
      <vt:lpstr>PowerPoint Presentation</vt:lpstr>
      <vt:lpstr>Nhu cầu NGN đối với nhà cung cấp dịch vụ</vt:lpstr>
      <vt:lpstr>Yêu cầu của công ty lớn </vt:lpstr>
      <vt:lpstr>Yêu cầu của công ty trung bình</vt:lpstr>
      <vt:lpstr>Yêu cầu của công ty nhỏ, văn phòng tại nhà</vt:lpstr>
      <vt:lpstr>Yêu cầu của thuê bao tại nhà</vt:lpstr>
      <vt:lpstr>Xu hướng dịch vụ trong tương lai</vt:lpstr>
      <vt:lpstr>Xu hướng dịch vụ trong tương lai</vt:lpstr>
      <vt:lpstr>Đặc tính dịch vụ quan trọng trong môi trường NGN</vt:lpstr>
      <vt:lpstr>Đặc tính dịch vụ quan trọng trong môi trường NGN</vt:lpstr>
      <vt:lpstr>Các dịch vụ chính trong mạng NGN</vt:lpstr>
      <vt:lpstr>PowerPoint Presentation</vt:lpstr>
      <vt:lpstr>Một số dịch vụ trong mạng NGN</vt:lpstr>
      <vt:lpstr>Một số dịch vụ trong mạng NGN</vt:lpstr>
      <vt:lpstr>Một số dịch vụ trong mạng NGN</vt:lpstr>
      <vt:lpstr>Một số dịch vụ trong mạng NGN</vt:lpstr>
      <vt:lpstr>Một số dịch vụ trong mạng NGN</vt:lpstr>
      <vt:lpstr>Kiến trúc dịch vụ thế hệ sau</vt:lpstr>
      <vt:lpstr>Chức năng của server ứng dụng</vt:lpstr>
      <vt:lpstr>Chức năng của media server</vt:lpstr>
      <vt:lpstr>PowerPoint Presentation</vt:lpstr>
      <vt:lpstr>PowerPoint Presentation</vt:lpstr>
      <vt:lpstr>Đặc trưng quan trọng nhất của môi trường điều khiển thế hệ mới</vt:lpstr>
      <vt:lpstr>Kiến trúc phân lớp</vt:lpstr>
      <vt:lpstr>PowerPoint Presentation</vt:lpstr>
      <vt:lpstr>Giao diện các dịch vụ mở API</vt:lpstr>
      <vt:lpstr>PowerPoint Presentation</vt:lpstr>
      <vt:lpstr>Mạng thông minh phân tán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mạng thế hệ mới</dc:title>
  <dc:creator>macducdung.angel@outlook.com</dc:creator>
  <cp:lastModifiedBy> </cp:lastModifiedBy>
  <cp:revision>196</cp:revision>
  <dcterms:created xsi:type="dcterms:W3CDTF">2018-06-03T01:24:05Z</dcterms:created>
  <dcterms:modified xsi:type="dcterms:W3CDTF">2018-07-26T03:35:41Z</dcterms:modified>
</cp:coreProperties>
</file>
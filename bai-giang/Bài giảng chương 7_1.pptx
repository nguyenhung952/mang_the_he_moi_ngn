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sldIdLst>
    <p:sldId id="256" r:id="rId2"/>
    <p:sldId id="257" r:id="rId3"/>
    <p:sldId id="258" r:id="rId4"/>
    <p:sldId id="260" r:id="rId5"/>
    <p:sldId id="259" r:id="rId6"/>
    <p:sldId id="284" r:id="rId7"/>
    <p:sldId id="285" r:id="rId8"/>
    <p:sldId id="287" r:id="rId9"/>
    <p:sldId id="286" r:id="rId10"/>
    <p:sldId id="288" r:id="rId11"/>
    <p:sldId id="289" r:id="rId12"/>
    <p:sldId id="290" r:id="rId13"/>
    <p:sldId id="291" r:id="rId14"/>
    <p:sldId id="292" r:id="rId15"/>
    <p:sldId id="294" r:id="rId16"/>
    <p:sldId id="295" r:id="rId17"/>
    <p:sldId id="296" r:id="rId18"/>
    <p:sldId id="297" r:id="rId19"/>
    <p:sldId id="298" r:id="rId20"/>
    <p:sldId id="299" r:id="rId21"/>
    <p:sldId id="300" r:id="rId22"/>
    <p:sldId id="301" r:id="rId23"/>
    <p:sldId id="302" r:id="rId24"/>
    <p:sldId id="303" r:id="rId25"/>
    <p:sldId id="304" r:id="rId26"/>
    <p:sldId id="305" r:id="rId27"/>
    <p:sldId id="306" r:id="rId28"/>
    <p:sldId id="307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867E36-DF5D-435A-8607-287C58FCDFAC}" type="datetimeFigureOut">
              <a:rPr lang="en-US" smtClean="0"/>
              <a:t>28-Oct-18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439FBA-5B95-4FEF-A520-BA30C3553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913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28-Oct-18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5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28-Oct-18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295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28-Oct-18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1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28-Oct-18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833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28-Oct-18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501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28-Oct-18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84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28-Oct-18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096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28-Oct-18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886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28-Oct-18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896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28-Oct-18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789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28-Oct-18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459173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28-Oct-18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8426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28-Oct-18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577119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28-Oct-18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7524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28-Oct-18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9298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28-Oct-18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660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B5F92C-D7EC-4CD5-9141-7D234BCB6D32}" type="datetimeFigureOut">
              <a:rPr lang="en-US" smtClean="0"/>
              <a:t>28-Oct-18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286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27E59-F357-4287-A10D-11DE940C10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vi-V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7: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NGN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hãng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918D40-3745-43F5-8C54-D5BF145FDC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890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chung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44395"/>
            <a:ext cx="8930900" cy="4839285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nay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viễn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ra 1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riêng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giống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vẫn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biệt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tùy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NGN.</a:t>
            </a:r>
          </a:p>
        </p:txBody>
      </p:sp>
    </p:spTree>
    <p:extLst>
      <p:ext uri="{BB962C8B-B14F-4D97-AF65-F5344CB8AC3E}">
        <p14:creationId xmlns:p14="http://schemas.microsoft.com/office/powerpoint/2010/main" val="49146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SIEMENS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44395"/>
            <a:ext cx="8930900" cy="4839285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SURPASS.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SIEMENS,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xét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khía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cạnh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06145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81DCFF2-78B5-47EC-976D-AC9F7E8F5984}"/>
              </a:ext>
            </a:extLst>
          </p:cNvPr>
          <p:cNvSpPr txBox="1"/>
          <p:nvPr/>
        </p:nvSpPr>
        <p:spPr>
          <a:xfrm>
            <a:off x="2743800" y="5556738"/>
            <a:ext cx="59554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NGN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SIEMENS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1B75351-09F8-444C-81B9-C6C4C5792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82" y="113201"/>
            <a:ext cx="9093539" cy="544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319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44395"/>
            <a:ext cx="8930900" cy="4839285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 MSF (Multiservice Switching Forum)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ra.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lõi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trục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(backbone):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vẫn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sở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tầng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09409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44395"/>
            <a:ext cx="8930900" cy="4839285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trọng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thuê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bao,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QoS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PSTN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ISDN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lõi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kiệm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vốn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59893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44395"/>
            <a:ext cx="8930900" cy="499403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NGN ở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 (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cứ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topo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thuê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kiệm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7972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81DCFF2-78B5-47EC-976D-AC9F7E8F5984}"/>
              </a:ext>
            </a:extLst>
          </p:cNvPr>
          <p:cNvSpPr txBox="1"/>
          <p:nvPr/>
        </p:nvSpPr>
        <p:spPr>
          <a:xfrm>
            <a:off x="464834" y="5809957"/>
            <a:ext cx="89050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hạt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SIEMENS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9C6DE3-105D-4608-BC1E-CB7D886B1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55932" cy="5809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38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08295"/>
            <a:ext cx="8930900" cy="5549705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Nhằm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thuê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PSTN,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VoDSL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VoCable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VoAnyNet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24161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33379"/>
            <a:ext cx="8930900" cy="5324622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Signalling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Overlay Network.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biệt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SS7 qua NGN.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dễ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dàng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nâng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tâm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mềm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hay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73104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31853"/>
            <a:ext cx="8930900" cy="5226148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SURPASS Next Generation Access bao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SURPASS Evolving Voice Access: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thuê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lõi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NGN.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 qua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TDM hay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IP.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chóng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385583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31853"/>
            <a:ext cx="8930900" cy="5226148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SURPASS DSL Broadband Access: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SURPASS Multi-Service Access: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hẹp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platform.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SIEMENS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Attane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067338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81DCFF2-78B5-47EC-976D-AC9F7E8F5984}"/>
              </a:ext>
            </a:extLst>
          </p:cNvPr>
          <p:cNvSpPr txBox="1"/>
          <p:nvPr/>
        </p:nvSpPr>
        <p:spPr>
          <a:xfrm>
            <a:off x="1224490" y="4783016"/>
            <a:ext cx="82571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SIEMENS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211772B-0C3E-4E01-BF2B-887E1D54C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811352" cy="4543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8221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75583"/>
            <a:ext cx="8930900" cy="5148774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Next Generation Network Management: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giúp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thiểu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lỗi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NGN.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NetManager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TNMS (Telecommunication Network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Managerment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System).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Integrator.</a:t>
            </a:r>
          </a:p>
        </p:txBody>
      </p:sp>
    </p:spTree>
    <p:extLst>
      <p:ext uri="{BB962C8B-B14F-4D97-AF65-F5344CB8AC3E}">
        <p14:creationId xmlns:p14="http://schemas.microsoft.com/office/powerpoint/2010/main" val="38602261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ALCATEL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44395"/>
            <a:ext cx="8930900" cy="4839285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 b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viễn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NGN: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PSTN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quay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internet.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PSTN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59695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ALCATEL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44395"/>
            <a:ext cx="8930900" cy="4839285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 b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viễn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NGN: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đủ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11269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Cải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tiến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34905"/>
            <a:ext cx="8930900" cy="5423095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Alactel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1000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nâng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sang NGN.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cổng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VoPGW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NGN c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mềm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cổng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softwitch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ngoài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nhịp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nhàng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thiểu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doanh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854987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81DCFF2-78B5-47EC-976D-AC9F7E8F5984}"/>
              </a:ext>
            </a:extLst>
          </p:cNvPr>
          <p:cNvSpPr txBox="1"/>
          <p:nvPr/>
        </p:nvSpPr>
        <p:spPr>
          <a:xfrm>
            <a:off x="957203" y="5176912"/>
            <a:ext cx="82571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endParaRPr lang="en-US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DA0FD7-26D1-431D-893B-486E1A3F0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214338" cy="4971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0195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tải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PSTN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61514"/>
            <a:ext cx="8930900" cy="5296485"/>
          </a:xfrm>
        </p:spPr>
        <p:txBody>
          <a:bodyPr>
            <a:normAutofit fontScale="92500"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cổng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CSG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RAS.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Internet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PSTN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tuyến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RAS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rẻ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RAS.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tâm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SMC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VPN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Bổ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sung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sang IP.</a:t>
            </a:r>
          </a:p>
        </p:txBody>
      </p:sp>
    </p:spTree>
    <p:extLst>
      <p:ext uri="{BB962C8B-B14F-4D97-AF65-F5344CB8AC3E}">
        <p14:creationId xmlns:p14="http://schemas.microsoft.com/office/powerpoint/2010/main" val="14970305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81DCFF2-78B5-47EC-976D-AC9F7E8F5984}"/>
              </a:ext>
            </a:extLst>
          </p:cNvPr>
          <p:cNvSpPr txBox="1"/>
          <p:nvPr/>
        </p:nvSpPr>
        <p:spPr>
          <a:xfrm>
            <a:off x="8471076" y="1240697"/>
            <a:ext cx="118168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NGN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CGS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SMC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2A235DF-E73F-4020-93C3-0CCB14918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801" y="147711"/>
            <a:ext cx="8001275" cy="6710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0106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8776155" cy="1320800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tải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PSTN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băng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61514"/>
            <a:ext cx="8930900" cy="5296485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modem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bởi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DSLAM.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NGN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softwitch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cổng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9611674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8776155" cy="1320800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61514"/>
            <a:ext cx="8930900" cy="5296485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hẹp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191411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81DCFF2-78B5-47EC-976D-AC9F7E8F5984}"/>
              </a:ext>
            </a:extLst>
          </p:cNvPr>
          <p:cNvSpPr txBox="1"/>
          <p:nvPr/>
        </p:nvSpPr>
        <p:spPr>
          <a:xfrm>
            <a:off x="8218697" y="1986285"/>
            <a:ext cx="162952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mềm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E1000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05187C-C6D3-4393-98E1-BC0F34EE5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322" y="28135"/>
            <a:ext cx="7634375" cy="6710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3667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8776155" cy="1320800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qua đ</a:t>
            </a:r>
            <a:r>
              <a:rPr lang="vi-V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thuê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bao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61514"/>
            <a:ext cx="8930900" cy="5296485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đôi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nâng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vẫn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ISDN.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E5CD15-F1A3-4A9F-99AB-C89265225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225" y="3827463"/>
            <a:ext cx="7513760" cy="2902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3455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8776155" cy="1320800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NGN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4,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61514"/>
            <a:ext cx="8930900" cy="5296485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E1000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thích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triệt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tồn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vẫn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xếp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chồng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cũ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072417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81DCFF2-78B5-47EC-976D-AC9F7E8F5984}"/>
              </a:ext>
            </a:extLst>
          </p:cNvPr>
          <p:cNvSpPr txBox="1"/>
          <p:nvPr/>
        </p:nvSpPr>
        <p:spPr>
          <a:xfrm>
            <a:off x="1170903" y="4895557"/>
            <a:ext cx="72837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Alcatel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4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267AE6F-696E-41C7-9B80-DF7A28619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29" y="0"/>
            <a:ext cx="9235152" cy="4895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0503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8776155" cy="1320800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tiên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tiến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61514"/>
            <a:ext cx="8930900" cy="5296485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chốt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suốt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570405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8776155" cy="1320800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luận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61514"/>
            <a:ext cx="8930900" cy="5296485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NGN.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Tùy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sở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tầng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cạnh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viễn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622556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2590</TotalTime>
  <Words>1654</Words>
  <Application>Microsoft Office PowerPoint</Application>
  <PresentationFormat>Widescreen</PresentationFormat>
  <Paragraphs>111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Calibri</vt:lpstr>
      <vt:lpstr>Times New Roman</vt:lpstr>
      <vt:lpstr>Trebuchet MS</vt:lpstr>
      <vt:lpstr>Wingdings</vt:lpstr>
      <vt:lpstr>Wingdings 3</vt:lpstr>
      <vt:lpstr>Facet</vt:lpstr>
      <vt:lpstr>Chương 7: Giải pháp NGN của các hãng</vt:lpstr>
      <vt:lpstr>Giới thiệu chung</vt:lpstr>
      <vt:lpstr>Giải pháp của SIEMENS</vt:lpstr>
      <vt:lpstr>PowerPoint Presentation</vt:lpstr>
      <vt:lpstr>Chuyển mạch thế hệ sau</vt:lpstr>
      <vt:lpstr>Chuyển mạch thế hệ sau</vt:lpstr>
      <vt:lpstr>Chuyển mạch thế hệ sau</vt:lpstr>
      <vt:lpstr>PowerPoint Presentation</vt:lpstr>
      <vt:lpstr>Chuyển mạch thế hệ sau</vt:lpstr>
      <vt:lpstr>Chuyển mạch thế hệ sau</vt:lpstr>
      <vt:lpstr>Truy nhập thế hệ sau</vt:lpstr>
      <vt:lpstr>Truy nhập thế hệ sau</vt:lpstr>
      <vt:lpstr>PowerPoint Presentation</vt:lpstr>
      <vt:lpstr>Mạng quản lý thế hệ sau</vt:lpstr>
      <vt:lpstr>Giải pháp của ALCATEL</vt:lpstr>
      <vt:lpstr>Giải pháp của ALCATEL</vt:lpstr>
      <vt:lpstr>Cải tiến chuyển mạch kênh</vt:lpstr>
      <vt:lpstr>PowerPoint Presentation</vt:lpstr>
      <vt:lpstr>Giải pháp giảm tải PSTN</vt:lpstr>
      <vt:lpstr>PowerPoint Presentation</vt:lpstr>
      <vt:lpstr>Giảm tải PSTN thông qua truy nhập băng rộng</vt:lpstr>
      <vt:lpstr>Truy nhập đa dịch vụ</vt:lpstr>
      <vt:lpstr>PowerPoint Presentation</vt:lpstr>
      <vt:lpstr>Thoại qua đường dây thuê bao số tốc độ cao</vt:lpstr>
      <vt:lpstr>Giải pháp NGN lớp 4, lớp 5</vt:lpstr>
      <vt:lpstr>PowerPoint Presentation</vt:lpstr>
      <vt:lpstr>Các dịch vụ tiên tiến</vt:lpstr>
      <vt:lpstr>Kết luận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Chương 1: Tổng quan về mạng thế hệ mới</dc:title>
  <dc:creator>macducdung.angel@outlook.com</dc:creator>
  <cp:lastModifiedBy> </cp:lastModifiedBy>
  <cp:revision>239</cp:revision>
  <dcterms:created xsi:type="dcterms:W3CDTF">2018-06-03T01:24:05Z</dcterms:created>
  <dcterms:modified xsi:type="dcterms:W3CDTF">2018-10-28T02:17:46Z</dcterms:modified>
</cp:coreProperties>
</file>
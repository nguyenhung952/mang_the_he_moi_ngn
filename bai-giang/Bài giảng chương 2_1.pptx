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0"/>
  </p:notes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79" r:id="rId10"/>
    <p:sldId id="280" r:id="rId11"/>
    <p:sldId id="281" r:id="rId12"/>
    <p:sldId id="282" r:id="rId13"/>
    <p:sldId id="283" r:id="rId14"/>
    <p:sldId id="284" r:id="rId15"/>
    <p:sldId id="263" r:id="rId16"/>
    <p:sldId id="264" r:id="rId17"/>
    <p:sldId id="285" r:id="rId18"/>
    <p:sldId id="265" r:id="rId19"/>
    <p:sldId id="286" r:id="rId20"/>
    <p:sldId id="287" r:id="rId21"/>
    <p:sldId id="288" r:id="rId22"/>
    <p:sldId id="290" r:id="rId23"/>
    <p:sldId id="289" r:id="rId24"/>
    <p:sldId id="291" r:id="rId25"/>
    <p:sldId id="292" r:id="rId26"/>
    <p:sldId id="293" r:id="rId27"/>
    <p:sldId id="294" r:id="rId28"/>
    <p:sldId id="295" r:id="rId29"/>
    <p:sldId id="296" r:id="rId30"/>
    <p:sldId id="266" r:id="rId31"/>
    <p:sldId id="267" r:id="rId32"/>
    <p:sldId id="297" r:id="rId33"/>
    <p:sldId id="298" r:id="rId34"/>
    <p:sldId id="299" r:id="rId35"/>
    <p:sldId id="300" r:id="rId36"/>
    <p:sldId id="301" r:id="rId37"/>
    <p:sldId id="302" r:id="rId38"/>
    <p:sldId id="303" r:id="rId39"/>
    <p:sldId id="304" r:id="rId40"/>
    <p:sldId id="305" r:id="rId41"/>
    <p:sldId id="306" r:id="rId42"/>
    <p:sldId id="307" r:id="rId43"/>
    <p:sldId id="308" r:id="rId44"/>
    <p:sldId id="309" r:id="rId45"/>
    <p:sldId id="310" r:id="rId46"/>
    <p:sldId id="311" r:id="rId47"/>
    <p:sldId id="312" r:id="rId48"/>
    <p:sldId id="313" r:id="rId4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867E36-DF5D-435A-8607-287C58FCDFAC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439FBA-5B95-4FEF-A520-BA30C3553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13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439FBA-5B95-4FEF-A520-BA30C3553E7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03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95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833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5013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4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96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886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8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789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5917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4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577119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524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9298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60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B5F92C-D7EC-4CD5-9141-7D234BCB6D32}" type="datetimeFigureOut">
              <a:rPr lang="en-US" smtClean="0"/>
              <a:t>03-Sep-18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2F61368-18A2-4514-87FF-8D7A0771C8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286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7E59-F357-4287-A10D-11DE940C10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2: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18D40-3745-43F5-8C54-D5BF145FDC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90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44395"/>
            <a:ext cx="8930900" cy="4839285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tắc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phú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Nâng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tồn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1462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20C91C3-E03D-441A-B251-BA6C00C08F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341" y="149246"/>
            <a:ext cx="8757980" cy="6237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36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Chiến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hóa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6C162-FD8A-4378-B45B-56E7DA166C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87811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4104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8FDEBAC-74FF-405D-A240-392B89FBC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239" y="126610"/>
            <a:ext cx="8593216" cy="5725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212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3F62315-FFC8-4F08-9965-9DAC2F1212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9014" y="84408"/>
            <a:ext cx="7721078" cy="668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5082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9C1D79-1887-44DA-9D90-795B551B7F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8447" y="36360"/>
            <a:ext cx="9468373" cy="679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634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39B02D7-48E0-4640-A7B9-4B418A1B25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771" y="0"/>
            <a:ext cx="9670432" cy="52823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C59FF4-9C46-4482-B4DE-65A1A2E7182B}"/>
              </a:ext>
            </a:extLst>
          </p:cNvPr>
          <p:cNvSpPr txBox="1"/>
          <p:nvPr/>
        </p:nvSpPr>
        <p:spPr>
          <a:xfrm>
            <a:off x="3967089" y="5282370"/>
            <a:ext cx="357020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PSTN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2780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3C59FF4-9C46-4482-B4DE-65A1A2E7182B}"/>
              </a:ext>
            </a:extLst>
          </p:cNvPr>
          <p:cNvSpPr txBox="1"/>
          <p:nvPr/>
        </p:nvSpPr>
        <p:spPr>
          <a:xfrm>
            <a:off x="3967089" y="5282370"/>
            <a:ext cx="33650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B5E3D0-5142-46EC-B854-0F460D00D0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2836" y="0"/>
            <a:ext cx="9746029" cy="5282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869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D7CEE7-033F-42F3-B462-2A7BE6B193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772" y="101067"/>
            <a:ext cx="8465010" cy="66558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C59FF4-9C46-4482-B4DE-65A1A2E7182B}"/>
              </a:ext>
            </a:extLst>
          </p:cNvPr>
          <p:cNvSpPr txBox="1"/>
          <p:nvPr/>
        </p:nvSpPr>
        <p:spPr>
          <a:xfrm>
            <a:off x="6096001" y="400882"/>
            <a:ext cx="251342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6978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3C59FF4-9C46-4482-B4DE-65A1A2E7182B}"/>
              </a:ext>
            </a:extLst>
          </p:cNvPr>
          <p:cNvSpPr txBox="1"/>
          <p:nvPr/>
        </p:nvSpPr>
        <p:spPr>
          <a:xfrm>
            <a:off x="7146388" y="794778"/>
            <a:ext cx="237744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8C8B12-7B36-4F64-872F-8BA3A6C7B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939" y="0"/>
            <a:ext cx="6541404" cy="6512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182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3C59FF4-9C46-4482-B4DE-65A1A2E7182B}"/>
              </a:ext>
            </a:extLst>
          </p:cNvPr>
          <p:cNvSpPr txBox="1"/>
          <p:nvPr/>
        </p:nvSpPr>
        <p:spPr>
          <a:xfrm>
            <a:off x="736210" y="5226101"/>
            <a:ext cx="39342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gần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1F7917-3D00-4D0A-8AD2-70C50BE264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577" y="62239"/>
            <a:ext cx="8145768" cy="5306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266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3C59FF4-9C46-4482-B4DE-65A1A2E7182B}"/>
              </a:ext>
            </a:extLst>
          </p:cNvPr>
          <p:cNvSpPr txBox="1"/>
          <p:nvPr/>
        </p:nvSpPr>
        <p:spPr>
          <a:xfrm>
            <a:off x="6292948" y="1582569"/>
            <a:ext cx="316054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CFF8DFF-9AF2-4E61-8394-FC0F508169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6210" y="62239"/>
            <a:ext cx="5359790" cy="6404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4733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273772-76EF-444B-A5EA-3BF6852966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2791" y="180597"/>
            <a:ext cx="8151042" cy="64968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C59FF4-9C46-4482-B4DE-65A1A2E7182B}"/>
              </a:ext>
            </a:extLst>
          </p:cNvPr>
          <p:cNvSpPr txBox="1"/>
          <p:nvPr/>
        </p:nvSpPr>
        <p:spPr>
          <a:xfrm>
            <a:off x="2219178" y="2868843"/>
            <a:ext cx="77536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</a:t>
            </a:r>
          </a:p>
        </p:txBody>
      </p:sp>
    </p:spTree>
    <p:extLst>
      <p:ext uri="{BB962C8B-B14F-4D97-AF65-F5344CB8AC3E}">
        <p14:creationId xmlns:p14="http://schemas.microsoft.com/office/powerpoint/2010/main" val="1551530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Đọc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5366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luận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5157"/>
            <a:ext cx="9001238" cy="501513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Nhìn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(Access + Transport/Core)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(Media)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(Control)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(Management)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8664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3C59FF4-9C46-4482-B4DE-65A1A2E7182B}"/>
              </a:ext>
            </a:extLst>
          </p:cNvPr>
          <p:cNvSpPr txBox="1"/>
          <p:nvPr/>
        </p:nvSpPr>
        <p:spPr>
          <a:xfrm>
            <a:off x="342477" y="4255549"/>
            <a:ext cx="39342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(d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4C4B8F4-862C-4056-AF52-3765A8455B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5266" y="436025"/>
            <a:ext cx="4088685" cy="38195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734165B-FA60-4D04-84BE-172DCAE4B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951" y="436025"/>
            <a:ext cx="5155809" cy="49699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CCB6D3-CE4A-47BF-93F5-A878CBCBBF4C}"/>
              </a:ext>
            </a:extLst>
          </p:cNvPr>
          <p:cNvSpPr txBox="1"/>
          <p:nvPr/>
        </p:nvSpPr>
        <p:spPr>
          <a:xfrm>
            <a:off x="4771455" y="5167888"/>
            <a:ext cx="45835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 (d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ới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86085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9772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89" y="1195754"/>
            <a:ext cx="8964513" cy="5662246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DWDM.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2+3: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(core network)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ATM hay IP/MPLS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/Router,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IP/ATM.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29409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9772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89" y="1195754"/>
            <a:ext cx="8964513" cy="566224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Hữu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xDSL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di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(GSM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CDMA),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2+3: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0814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9772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89" y="1195754"/>
            <a:ext cx="8964513" cy="5662246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chịu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(PSTN, LAN,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vô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…) sang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Gateway: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Gateway: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Residental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Trunking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Wireless Gateway: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0304344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9772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89" y="1195754"/>
            <a:ext cx="9256542" cy="5662246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sắp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mỗi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cổng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954536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9772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158DF13-606C-4299-82E1-8FF7251A2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02851" y="-331127"/>
            <a:ext cx="6569611" cy="7520253"/>
          </a:xfrm>
          <a:prstGeom prst="rect">
            <a:avLst/>
          </a:prstGeom>
          <a:scene3d>
            <a:camera prst="orthographicFront">
              <a:rot lat="0" lon="0" rev="540000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386209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9772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89" y="1195754"/>
            <a:ext cx="9256542" cy="5662246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softwitch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(Media Gateway Controller/Call Agent)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</a:t>
            </a:r>
          </a:p>
        </p:txBody>
      </p:sp>
    </p:spTree>
    <p:extLst>
      <p:ext uri="{BB962C8B-B14F-4D97-AF65-F5344CB8AC3E}">
        <p14:creationId xmlns:p14="http://schemas.microsoft.com/office/powerpoint/2010/main" val="19148193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9772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89" y="928468"/>
            <a:ext cx="9144000" cy="592953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 (Service Execution Node)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ở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dung; VPN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Video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78055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229772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489" y="928468"/>
            <a:ext cx="9144000" cy="5929532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suốt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TMN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giám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viễn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26764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A16853-5593-4FC8-AAE6-C2BE5FE356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039" y="0"/>
            <a:ext cx="9268179" cy="49130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C59FF4-9C46-4482-B4DE-65A1A2E7182B}"/>
              </a:ext>
            </a:extLst>
          </p:cNvPr>
          <p:cNvSpPr txBox="1"/>
          <p:nvPr/>
        </p:nvSpPr>
        <p:spPr>
          <a:xfrm>
            <a:off x="1650610" y="5189792"/>
            <a:ext cx="7268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Sơ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F8E33B-7761-49C5-BC8A-63C7A59FD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325" y="3236928"/>
            <a:ext cx="38766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5835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5157"/>
            <a:ext cx="9001238" cy="5015131"/>
          </a:xfrm>
        </p:spPr>
        <p:txBody>
          <a:bodyPr>
            <a:normAutofit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AS-F: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MS-F: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MGC-F: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gateway.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CA-F: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MGC-F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2834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5157"/>
            <a:ext cx="9001238" cy="5015131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IW-F: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MGC-F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R-F: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MGC-F.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A-F: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SG-F: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PSTN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IP.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MG-F: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dùng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Tùy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NGN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thêm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0516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trúc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95157"/>
            <a:ext cx="9001238" cy="501513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F57085-14D3-4E5B-B5BC-2EE3BE1C4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4" y="1219200"/>
            <a:ext cx="78867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37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EC5072-CEB3-4BDF-99EE-892663F7DA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3842" y="1046164"/>
            <a:ext cx="9275347" cy="58118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9305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RTP.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T1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(DSP);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T1.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nguyên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T1.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 T1 hay DSP.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gateway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phép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Gateway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70550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luôn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....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Ethernet,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T1/E1với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TDM.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khoảng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120 port.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 H.110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35239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gateway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H.323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SIP.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MGCP,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Megaco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H.248.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SS7: SIGTRAN (SS7 over IP).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SS7.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QoS.</a:t>
            </a:r>
          </a:p>
        </p:txBody>
      </p:sp>
    </p:spTree>
    <p:extLst>
      <p:ext uri="{BB962C8B-B14F-4D97-AF65-F5344CB8AC3E}">
        <p14:creationId xmlns:p14="http://schemas.microsoft.com/office/powerpoint/2010/main" val="19735707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gateway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chi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cuộc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Media Gateway: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DSP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bổ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DS0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442733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gateway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Signalling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Gateway,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SS7.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gatekeeper.</a:t>
            </a:r>
          </a:p>
        </p:txBody>
      </p:sp>
    </p:spTree>
    <p:extLst>
      <p:ext uri="{BB962C8B-B14F-4D97-AF65-F5344CB8AC3E}">
        <p14:creationId xmlns:p14="http://schemas.microsoft.com/office/powerpoint/2010/main" val="18427666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gateway controller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97628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Signalling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MGC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dẫn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SS7</a:t>
            </a:r>
          </a:p>
        </p:txBody>
      </p:sp>
    </p:spTree>
    <p:extLst>
      <p:ext uri="{BB962C8B-B14F-4D97-AF65-F5344CB8AC3E}">
        <p14:creationId xmlns:p14="http://schemas.microsoft.com/office/powerpoint/2010/main" val="9387549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Signalling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/ra.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yếu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Ethernet.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SS7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bằng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EE/T1,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thiểu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 H.110 hay H.100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Yêu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0052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voicemail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fax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hay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âm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nghị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thoại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2006120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CPU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Lưu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DSP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nhớ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Dung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đĩa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bus H.110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card DSP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MG.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sẵn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8658004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 server/Feature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/>
          </a:bodyPr>
          <a:lstStyle/>
          <a:p>
            <a:pPr algn="just"/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Ví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H.323 gatekeeper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nhau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riêng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336487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phi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IP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nhất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toàn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cấu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nút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cậy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rất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chặng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chất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dịch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</a:p>
        </p:txBody>
      </p:sp>
    </p:spTree>
    <p:extLst>
      <p:ext uri="{BB962C8B-B14F-4D97-AF65-F5344CB8AC3E}">
        <p14:creationId xmlns:p14="http://schemas.microsoft.com/office/powerpoint/2010/main" val="98722860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sở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ngắn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trọng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nhỏ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cố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khả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gộp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kênh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một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ờng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giúp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dễ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dàng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điểm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phải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ớc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đ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truyền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791836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IP over ATM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chồng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xếp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IP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ATM (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2)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trung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Khó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Nghẽn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 l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ư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QoS.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tạp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2517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MPLS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gửi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gói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router,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</a:t>
            </a:r>
            <a:r>
              <a:rPr lang="vi-V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ơ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hoán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đổi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này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LSR.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điều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khiển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gồm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giao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lớp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nhiệm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phối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LSR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thủ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gắn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nhãn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tin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tuyến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chuyển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mạch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14875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7545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/>
          </a:bodyPr>
          <a:lstStyle/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A4026E-ADC5-443A-AF97-57B3CFB18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86" y="794434"/>
            <a:ext cx="10764546" cy="598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0558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7545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/>
          </a:bodyPr>
          <a:lstStyle/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079132-619E-4EFD-A957-1139A739A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423" y="777945"/>
            <a:ext cx="11530910" cy="596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96440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DFB9F-D1ED-4A03-B98F-FEE932CF5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17545"/>
            <a:ext cx="8596668" cy="1320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US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sánh</a:t>
            </a:r>
            <a:endParaRPr lang="en-US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4D47-BB04-4722-A28B-D6749C5FAA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322363"/>
            <a:ext cx="8596668" cy="5120640"/>
          </a:xfrm>
        </p:spPr>
        <p:txBody>
          <a:bodyPr>
            <a:normAutofit/>
          </a:bodyPr>
          <a:lstStyle/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D897F-EC10-450A-822A-0FAF5BDFB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35" y="777945"/>
            <a:ext cx="11456287" cy="566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4782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1256</TotalTime>
  <Words>2623</Words>
  <Application>Microsoft Office PowerPoint</Application>
  <PresentationFormat>Widescreen</PresentationFormat>
  <Paragraphs>218</Paragraphs>
  <Slides>48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5" baseType="lpstr">
      <vt:lpstr>Arial</vt:lpstr>
      <vt:lpstr>Calibri</vt:lpstr>
      <vt:lpstr>Times New Roman</vt:lpstr>
      <vt:lpstr>Trebuchet MS</vt:lpstr>
      <vt:lpstr>Wingdings</vt:lpstr>
      <vt:lpstr>Wingdings 3</vt:lpstr>
      <vt:lpstr>Facet</vt:lpstr>
      <vt:lpstr>Chương 2: Cấu trúc mạng NGN</vt:lpstr>
      <vt:lpstr>Chiến lược tiến hóa</vt:lpstr>
      <vt:lpstr>PowerPoint Presentation</vt:lpstr>
      <vt:lpstr>Chiến lược tiến hóa</vt:lpstr>
      <vt:lpstr>PowerPoint Presentation</vt:lpstr>
      <vt:lpstr>So sánh</vt:lpstr>
      <vt:lpstr>So sánh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Tình hình phát triển hiện nay</vt:lpstr>
      <vt:lpstr>Cấu trúc luận lý của mạng NGN</vt:lpstr>
      <vt:lpstr>PowerPoint Presentation</vt:lpstr>
      <vt:lpstr>Lớp kết nối</vt:lpstr>
      <vt:lpstr>Lớp kết nối</vt:lpstr>
      <vt:lpstr>Lớp truyền thông</vt:lpstr>
      <vt:lpstr>Lớp điều khiển</vt:lpstr>
      <vt:lpstr>Lớp điều khiển</vt:lpstr>
      <vt:lpstr>Lớp điều khiển</vt:lpstr>
      <vt:lpstr>Lớp ứng dụng</vt:lpstr>
      <vt:lpstr>Lớp quản lý</vt:lpstr>
      <vt:lpstr>PowerPoint Presentation</vt:lpstr>
      <vt:lpstr>Nhiệm vụ của từng thực thể</vt:lpstr>
      <vt:lpstr>Nhiệm vụ của từng thực thể</vt:lpstr>
      <vt:lpstr>Cấu trúc vật lý của NGN</vt:lpstr>
      <vt:lpstr>Thành phần mạng và chức năng</vt:lpstr>
      <vt:lpstr>Media gateway</vt:lpstr>
      <vt:lpstr>Media gateway</vt:lpstr>
      <vt:lpstr>Media gateway controller</vt:lpstr>
      <vt:lpstr>Media gateway controller</vt:lpstr>
      <vt:lpstr>Media gateway controller</vt:lpstr>
      <vt:lpstr>Media gateway controller</vt:lpstr>
      <vt:lpstr>Signalling gateway</vt:lpstr>
      <vt:lpstr>Signalling gateway</vt:lpstr>
      <vt:lpstr>Media server</vt:lpstr>
      <vt:lpstr>Media server</vt:lpstr>
      <vt:lpstr>Application server/Feature server</vt:lpstr>
      <vt:lpstr>Công nghệ IP</vt:lpstr>
      <vt:lpstr>Công nghệ ATM</vt:lpstr>
      <vt:lpstr>Công nghệ IP over ATM</vt:lpstr>
      <vt:lpstr>Công nghệ MPLS</vt:lpstr>
      <vt:lpstr>So sánh</vt:lpstr>
      <vt:lpstr>So sánh</vt:lpstr>
      <vt:lpstr>So sánh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Chương 1: Tổng quan về mạng thế hệ mới</dc:title>
  <dc:creator>macducdung.angel@outlook.com</dc:creator>
  <cp:lastModifiedBy> </cp:lastModifiedBy>
  <cp:revision>64</cp:revision>
  <dcterms:created xsi:type="dcterms:W3CDTF">2018-06-03T01:24:05Z</dcterms:created>
  <dcterms:modified xsi:type="dcterms:W3CDTF">2018-09-03T01:43:51Z</dcterms:modified>
</cp:coreProperties>
</file>
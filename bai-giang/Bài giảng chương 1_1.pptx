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62" r:id="rId9"/>
    <p:sldId id="263" r:id="rId10"/>
    <p:sldId id="275" r:id="rId11"/>
    <p:sldId id="264" r:id="rId12"/>
    <p:sldId id="265" r:id="rId13"/>
    <p:sldId id="266" r:id="rId14"/>
    <p:sldId id="267" r:id="rId15"/>
    <p:sldId id="268" r:id="rId16"/>
    <p:sldId id="276" r:id="rId17"/>
    <p:sldId id="269" r:id="rId18"/>
    <p:sldId id="279" r:id="rId19"/>
    <p:sldId id="278" r:id="rId20"/>
    <p:sldId id="270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95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3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01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96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8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9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8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917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42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7711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52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29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6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5F92C-D7EC-4CD5-9141-7D234BCB6D32}" type="datetimeFigureOut">
              <a:rPr lang="en-US" smtClean="0"/>
              <a:t>25-Jul-18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8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7E59-F357-4287-A10D-11DE940C1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18D40-3745-43F5-8C54-D5BF145FD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9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596668" cy="4504006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br>
              <a:rPr lang="en-US" sz="3200" dirty="0"/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46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EF92708-1EE3-4FD4-9AEA-BB0D3B606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6775" y="1153551"/>
            <a:ext cx="9747717" cy="54082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104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6F0709-9D92-4C7F-BB9C-B6952BA81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383" y="1488281"/>
            <a:ext cx="8352926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2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212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5082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viba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763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993534-DE1C-4771-BDB1-9727D2543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1193" y="1270000"/>
            <a:ext cx="6108950" cy="538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8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lẻ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Telex: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bit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baudot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POTS.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366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X.25)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X.21).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analog,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178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PSTN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5158"/>
            <a:ext cx="8596668" cy="455324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tandem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ATM core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ISDN.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66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ISDN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9409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PSDN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9305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BSC, BTS</a:t>
            </a:r>
          </a:p>
        </p:txBody>
      </p:sp>
    </p:spTree>
    <p:extLst>
      <p:ext uri="{BB962C8B-B14F-4D97-AF65-F5344CB8AC3E}">
        <p14:creationId xmlns:p14="http://schemas.microsoft.com/office/powerpoint/2010/main" val="2070550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5622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dẻo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Kém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4887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32E0B6-DBE1-421E-AC8C-EFFBF44B8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294" y="1266092"/>
            <a:ext cx="7001021" cy="525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99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6536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00665"/>
            <a:ext cx="8596668" cy="4240697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1018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42C8D0-474A-42EE-A8D0-87F743687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533" y="56265"/>
            <a:ext cx="8764840" cy="558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080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419" y="2146521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43692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212</TotalTime>
  <Words>815</Words>
  <Application>Microsoft Office PowerPoint</Application>
  <PresentationFormat>Widescreen</PresentationFormat>
  <Paragraphs>68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Times New Roman</vt:lpstr>
      <vt:lpstr>Trebuchet MS</vt:lpstr>
      <vt:lpstr>Wingdings</vt:lpstr>
      <vt:lpstr>Wingdings 3</vt:lpstr>
      <vt:lpstr>Facet</vt:lpstr>
      <vt:lpstr>Chương 1: Tổng quan về mạng thế hệ mới</vt:lpstr>
      <vt:lpstr>Mạng viễn thông</vt:lpstr>
      <vt:lpstr>Mạng viễn thông</vt:lpstr>
      <vt:lpstr>Các thành phần chính của mạng viễn thông</vt:lpstr>
      <vt:lpstr>Các thành phần chính của mạng viễn thông</vt:lpstr>
      <vt:lpstr>Các thành phần chính của mạng viễn thông</vt:lpstr>
      <vt:lpstr>Các thành phần chính của mạng viễn thông</vt:lpstr>
      <vt:lpstr>Phân cấp mạng viễn thông</vt:lpstr>
      <vt:lpstr>Đặc điểm mạng viễn thông hiện nay</vt:lpstr>
      <vt:lpstr>Đặc điểm mạng viễn thông hiện nay</vt:lpstr>
      <vt:lpstr>Mạng PSTN</vt:lpstr>
      <vt:lpstr>Mạng ISDN</vt:lpstr>
      <vt:lpstr>Mạng PSDN</vt:lpstr>
      <vt:lpstr>Mạng GSM</vt:lpstr>
      <vt:lpstr>Hạn chế của mạng viễn thông hiện nay</vt:lpstr>
      <vt:lpstr>Hạn chế của mạng viễn thông hiện nay</vt:lpstr>
      <vt:lpstr>Mạng thế hệ mới NGN là gì???</vt:lpstr>
      <vt:lpstr>Mạng thế hệ mới NGN</vt:lpstr>
      <vt:lpstr>Đặc điểm của NGN</vt:lpstr>
      <vt:lpstr>PowerPoint Presentation</vt:lpstr>
      <vt:lpstr>Lý do xuất hiện NGN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mạng thế hệ mới</dc:title>
  <dc:creator>macducdung.angel@outlook.com</dc:creator>
  <cp:lastModifiedBy> </cp:lastModifiedBy>
  <cp:revision>16</cp:revision>
  <dcterms:created xsi:type="dcterms:W3CDTF">2018-06-03T01:24:05Z</dcterms:created>
  <dcterms:modified xsi:type="dcterms:W3CDTF">2018-07-25T02:07:59Z</dcterms:modified>
</cp:coreProperties>
</file>
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67E36-DF5D-435A-8607-287C58FCDFAC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39FBA-5B95-4FEF-A520-BA30C3553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13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23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50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67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04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56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88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64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32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34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22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03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562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0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182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745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09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858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4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96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439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153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906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011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345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666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704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53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23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476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97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849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629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666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277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52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9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3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0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9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8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9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8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917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4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711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52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29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5F92C-D7EC-4CD5-9141-7D234BCB6D32}" type="datetimeFigureOut">
              <a:rPr lang="en-US" smtClean="0"/>
              <a:t>04-Nov-18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8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7E59-F357-4287-A10D-11DE940C1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8: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18D40-3745-43F5-8C54-D5BF145FD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23889"/>
            <a:ext cx="8888697" cy="590843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ởng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14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37957"/>
            <a:ext cx="8930900" cy="576775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VNPT.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NGN.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0197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930900" cy="421718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9089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930900" cy="4217182"/>
          </a:xfrm>
        </p:spPr>
        <p:txBody>
          <a:bodyPr>
            <a:normAutofit/>
          </a:bodyPr>
          <a:lstStyle/>
          <a:p>
            <a:pPr algn="just"/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...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9401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930900" cy="4808024"/>
          </a:xfrm>
        </p:spPr>
        <p:txBody>
          <a:bodyPr>
            <a:normAutofit/>
          </a:bodyPr>
          <a:lstStyle/>
          <a:p>
            <a:pPr algn="just"/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417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8742F9-A7C1-450F-9942-76B160756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2698" y="162976"/>
            <a:ext cx="8692259" cy="63362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0168E4-7684-43F1-A38B-15EB9D49031D}"/>
              </a:ext>
            </a:extLst>
          </p:cNvPr>
          <p:cNvSpPr txBox="1"/>
          <p:nvPr/>
        </p:nvSpPr>
        <p:spPr>
          <a:xfrm>
            <a:off x="3573194" y="2897388"/>
            <a:ext cx="64852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h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658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88A137-26C5-46F0-8BD5-D00AD1FD2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557" y="14069"/>
            <a:ext cx="9049636" cy="59458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0168E4-7684-43F1-A38B-15EB9D49031D}"/>
              </a:ext>
            </a:extLst>
          </p:cNvPr>
          <p:cNvSpPr txBox="1"/>
          <p:nvPr/>
        </p:nvSpPr>
        <p:spPr>
          <a:xfrm>
            <a:off x="998806" y="1645362"/>
            <a:ext cx="59928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h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57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4905"/>
            <a:ext cx="8930900" cy="575368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NGN.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9860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4227"/>
            <a:ext cx="8930900" cy="569741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Gateway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NGN.</a:t>
            </a:r>
          </a:p>
        </p:txBody>
      </p:sp>
    </p:spTree>
    <p:extLst>
      <p:ext uri="{BB962C8B-B14F-4D97-AF65-F5344CB8AC3E}">
        <p14:creationId xmlns:p14="http://schemas.microsoft.com/office/powerpoint/2010/main" val="4126841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4905"/>
            <a:ext cx="8930900" cy="5303520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9037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ISP/ASP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4905"/>
            <a:ext cx="8930900" cy="5303520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BRAS.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cac1c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NGN.</a:t>
            </a:r>
          </a:p>
        </p:txBody>
      </p:sp>
    </p:spTree>
    <p:extLst>
      <p:ext uri="{BB962C8B-B14F-4D97-AF65-F5344CB8AC3E}">
        <p14:creationId xmlns:p14="http://schemas.microsoft.com/office/powerpoint/2010/main" val="77440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con:</a:t>
            </a:r>
          </a:p>
        </p:txBody>
      </p:sp>
    </p:spTree>
    <p:extLst>
      <p:ext uri="{BB962C8B-B14F-4D97-AF65-F5344CB8AC3E}">
        <p14:creationId xmlns:p14="http://schemas.microsoft.com/office/powerpoint/2010/main" val="3178498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SDH;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telephony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IP/MPLS hay ATM/FR,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2462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927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SDH, ATM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IP/MPLS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Trang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telephone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IP/MPLS.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378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TDM;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IP/MPLS hay ATM/FR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2, 3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</a:p>
        </p:txBody>
      </p:sp>
    </p:spTree>
    <p:extLst>
      <p:ext uri="{BB962C8B-B14F-4D97-AF65-F5344CB8AC3E}">
        <p14:creationId xmlns:p14="http://schemas.microsoft.com/office/powerpoint/2010/main" val="2258060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141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so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367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8425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MG.</a:t>
            </a:r>
          </a:p>
        </p:txBody>
      </p:sp>
    </p:spTree>
    <p:extLst>
      <p:ext uri="{BB962C8B-B14F-4D97-AF65-F5344CB8AC3E}">
        <p14:creationId xmlns:p14="http://schemas.microsoft.com/office/powerpoint/2010/main" val="3254376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4328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Rủi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2983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VNPT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TPHCM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TPHCM.</a:t>
            </a:r>
          </a:p>
        </p:txBody>
      </p:sp>
    </p:spTree>
    <p:extLst>
      <p:ext uri="{BB962C8B-B14F-4D97-AF65-F5344CB8AC3E}">
        <p14:creationId xmlns:p14="http://schemas.microsoft.com/office/powerpoint/2010/main" val="1316651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TPHCM.</a:t>
            </a:r>
          </a:p>
        </p:txBody>
      </p:sp>
    </p:spTree>
    <p:extLst>
      <p:ext uri="{BB962C8B-B14F-4D97-AF65-F5344CB8AC3E}">
        <p14:creationId xmlns:p14="http://schemas.microsoft.com/office/powerpoint/2010/main" val="3482533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ATM+IP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4241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2AFC437-F4FA-4E6D-9CF0-967FE2255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37523" y="0"/>
            <a:ext cx="84775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0168E4-7684-43F1-A38B-15EB9D49031D}"/>
              </a:ext>
            </a:extLst>
          </p:cNvPr>
          <p:cNvSpPr txBox="1"/>
          <p:nvPr/>
        </p:nvSpPr>
        <p:spPr>
          <a:xfrm>
            <a:off x="0" y="2236207"/>
            <a:ext cx="36013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595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1401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ATM+IP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9634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ring.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7514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9276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ATM/IP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1378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DB6C3C-7618-4D95-AA9A-E49A2296D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5962" y="0"/>
            <a:ext cx="7699624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0168E4-7684-43F1-A38B-15EB9D49031D}"/>
              </a:ext>
            </a:extLst>
          </p:cNvPr>
          <p:cNvSpPr txBox="1"/>
          <p:nvPr/>
        </p:nvSpPr>
        <p:spPr>
          <a:xfrm>
            <a:off x="6794696" y="2745752"/>
            <a:ext cx="32355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2002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0837"/>
            <a:ext cx="8930900" cy="54371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POTS, ATM, IP…</a:t>
            </a:r>
          </a:p>
        </p:txBody>
      </p:sp>
    </p:spTree>
    <p:extLst>
      <p:ext uri="{BB962C8B-B14F-4D97-AF65-F5344CB8AC3E}">
        <p14:creationId xmlns:p14="http://schemas.microsoft.com/office/powerpoint/2010/main" val="4056160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4055"/>
            <a:ext cx="8930900" cy="5036234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2001-2010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2001-2003: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TPHCM.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TPHCM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Nẵng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7315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Trunk gateway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HN, TPHCM,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HP, QN,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ĐN,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KH, Vũng Tàu, ĐN, BD, CT.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Lắp đặt các nút truy nhập NGN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6818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-200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Hoàn chỉnh mạng ở cấp đường trục.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dịch vụ truy nhập băng rộng xDSL tại tất cả các tỉnh, thành.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Lắp đặt các bộ tập trung chuyển mạch gói thực hiện chức năng BRAS.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Tăng số lượng các bộ tập trung băng rộng, các thiết bị truy nhập NGN.</a:t>
            </a:r>
          </a:p>
        </p:txBody>
      </p:sp>
    </p:spTree>
    <p:extLst>
      <p:ext uri="{BB962C8B-B14F-4D97-AF65-F5344CB8AC3E}">
        <p14:creationId xmlns:p14="http://schemas.microsoft.com/office/powerpoint/2010/main" val="21087737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Tăng số nút điều khiển và số nút chuyển mạch nhằm mở rộng vùng phục vụ.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Hoàn thiện tổ chức 2 mặt phẳng chuyển mạch cấp đường trục và chuyển mạch cấp vùng.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Lắp đặt 2 tổng đài chuyển mạch lõi tại Hà Nội và TPHCM.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Lắp đặt 1 trung tâm điều khiển chuyển mạch mềm tại Đà Nẵng.</a:t>
            </a:r>
          </a:p>
        </p:txBody>
      </p:sp>
    </p:spTree>
    <p:extLst>
      <p:ext uri="{BB962C8B-B14F-4D97-AF65-F5344CB8AC3E}">
        <p14:creationId xmlns:p14="http://schemas.microsoft.com/office/powerpoint/2010/main" val="39789247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30900" cy="472361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-20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Hoàn thiện lớp điều khiển.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Bổ sung thêm các nút chuyển mạch cấp đường trục và các nút điều khiển để tạo thành 2 mặt phẳng chuyển mạch đầy đủ.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Như vậy lưu lượng của PSTN một phần sẽ chuyển qua mạng truyền thống và phần lớn sẽ chuyển qua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mạng NGN.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8805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2835</TotalTime>
  <Words>2749</Words>
  <Application>Microsoft Office PowerPoint</Application>
  <PresentationFormat>Widescreen</PresentationFormat>
  <Paragraphs>196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Chương 8: chiến lược phát triển NGN của ngành</vt:lpstr>
      <vt:lpstr>Yêu cầu chung</vt:lpstr>
      <vt:lpstr>Yêu cầu chung</vt:lpstr>
      <vt:lpstr>Mục tiêu xây dựng</vt:lpstr>
      <vt:lpstr>Quá trình chuyển đổi từng bước</vt:lpstr>
      <vt:lpstr>Quá trình chuyển đổi từng bước</vt:lpstr>
      <vt:lpstr>PowerPoint Presentation</vt:lpstr>
      <vt:lpstr>PowerPoint Presentation</vt:lpstr>
      <vt:lpstr>Nhà cung cấp dịch vụ cố định ESP</vt:lpstr>
      <vt:lpstr>Nhà cung cấp dịch vụ cố định ESP</vt:lpstr>
      <vt:lpstr>Nhà cung cấp dịch vụ cố định ESP</vt:lpstr>
      <vt:lpstr>Nhà cung cấp dịch vụ mới ISP/ASP</vt:lpstr>
      <vt:lpstr>Giải pháp xây dựng NGN trên cơ sở mạng hiện tại</vt:lpstr>
      <vt:lpstr>Phương án 1</vt:lpstr>
      <vt:lpstr>Phương án 1</vt:lpstr>
      <vt:lpstr>Phương án 2</vt:lpstr>
      <vt:lpstr>Ưu điểm</vt:lpstr>
      <vt:lpstr>Nhược điểm</vt:lpstr>
      <vt:lpstr>Giải pháp xây dựng NGN hoàn toàn mới</vt:lpstr>
      <vt:lpstr>Giải pháp xây dựng NGN hoàn toàn mới</vt:lpstr>
      <vt:lpstr>Ưu điểm</vt:lpstr>
      <vt:lpstr>Nhược điểm</vt:lpstr>
      <vt:lpstr>Nguyên tắc tổ chức mạng NGN của VNPT</vt:lpstr>
      <vt:lpstr>Nguyên tắc tổ chức mạng NGN của VNPT</vt:lpstr>
      <vt:lpstr>Nguyên tắc tổ chức mạng NGN của VNPT</vt:lpstr>
      <vt:lpstr>PowerPoint Presentation</vt:lpstr>
      <vt:lpstr>Nguyên tắc tổ chức mạng NGN của VNPT</vt:lpstr>
      <vt:lpstr>Nguyên tắc tổ chức mạng NGN của VNPT</vt:lpstr>
      <vt:lpstr>Nguyên tắc tổ chức mạng NGN của VNPT</vt:lpstr>
      <vt:lpstr>Nguyên tắc tổ chức mạng NGN của VNPT</vt:lpstr>
      <vt:lpstr>PowerPoint Presentation</vt:lpstr>
      <vt:lpstr>Nguyên tắc tổ chức mạng NGN của VNPT</vt:lpstr>
      <vt:lpstr>Nguyên tắc tổ chức mạng NGN của VNPT</vt:lpstr>
      <vt:lpstr>Nguyên tắc tổ chức mạng NGN của VNPT</vt:lpstr>
      <vt:lpstr>Nguyên tắc tổ chức mạng NGN của VNPT</vt:lpstr>
      <vt:lpstr>Nguyên tắc tổ chức mạng NGN của VNPT</vt:lpstr>
      <vt:lpstr>Nguyên tắc tổ chức mạng NGN của VNPT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mạng thế hệ mới</dc:title>
  <dc:creator>macducdung.angel@outlook.com</dc:creator>
  <cp:lastModifiedBy> </cp:lastModifiedBy>
  <cp:revision>279</cp:revision>
  <dcterms:created xsi:type="dcterms:W3CDTF">2018-06-03T01:24:05Z</dcterms:created>
  <dcterms:modified xsi:type="dcterms:W3CDTF">2018-11-04T01:40:28Z</dcterms:modified>
</cp:coreProperties>
</file>
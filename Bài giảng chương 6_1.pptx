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867E36-DF5D-435A-8607-287C58FCDFAC}" type="datetimeFigureOut">
              <a:rPr lang="en-US" smtClean="0"/>
              <a:t>14-Oct-18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439FBA-5B95-4FEF-A520-BA30C3553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913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14-Oct-18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5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14-Oct-18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295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14-Oct-18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1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14-Oct-18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833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14-Oct-18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501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14-Oct-18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4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14-Oct-18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096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14-Oct-18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886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14-Oct-18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896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14-Oct-18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789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14-Oct-18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459173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14-Oct-18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8426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14-Oct-18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577119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14-Oct-18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7524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14-Oct-18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9298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14-Oct-18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660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B5F92C-D7EC-4CD5-9141-7D234BCB6D32}" type="datetimeFigureOut">
              <a:rPr lang="en-US" smtClean="0"/>
              <a:t>14-Oct-18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286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27E59-F357-4287-A10D-11DE940C10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vi-V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6: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918D40-3745-43F5-8C54-D5BF145FDC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890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4395"/>
            <a:ext cx="8930900" cy="4839285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quốc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biệt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146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4395"/>
            <a:ext cx="8930900" cy="4839285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thuê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sẵn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cạnh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doanh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quốc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đòi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hỏi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145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60A8FF5-EC0E-4DBC-9114-350BEBB4F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42" y="195921"/>
            <a:ext cx="9128585" cy="495285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81DCFF2-78B5-47EC-976D-AC9F7E8F5984}"/>
              </a:ext>
            </a:extLst>
          </p:cNvPr>
          <p:cNvSpPr txBox="1"/>
          <p:nvPr/>
        </p:nvSpPr>
        <p:spPr>
          <a:xfrm>
            <a:off x="3446584" y="5401995"/>
            <a:ext cx="33522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endParaRPr lang="en-US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6319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4395"/>
            <a:ext cx="8930900" cy="4839285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rủi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ro. Sau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rủi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tùy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9409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4395"/>
            <a:ext cx="8930900" cy="4839285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tùy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sẵn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7596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4395"/>
            <a:ext cx="8930900" cy="4839285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tục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dồn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Nghe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trộm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ởng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chặn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thủ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0786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4395"/>
            <a:ext cx="8930900" cy="4839285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hỏng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hacker.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niềm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doanh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90944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tạm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4395"/>
            <a:ext cx="8930900" cy="4839285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89016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tạm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64567"/>
            <a:ext cx="8930900" cy="5219114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biệt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 file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xuyên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0270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tạm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64567"/>
            <a:ext cx="8930900" cy="5219114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biệt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 file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xuyên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19786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81DCFF2-78B5-47EC-976D-AC9F7E8F5984}"/>
              </a:ext>
            </a:extLst>
          </p:cNvPr>
          <p:cNvSpPr txBox="1"/>
          <p:nvPr/>
        </p:nvSpPr>
        <p:spPr>
          <a:xfrm>
            <a:off x="1730325" y="5528605"/>
            <a:ext cx="6211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Biện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chống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endParaRPr lang="en-US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B282A4C-E7ED-4727-87F4-89496BE95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307" y="224496"/>
            <a:ext cx="8842585" cy="498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0400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Quanlity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Service (QoS)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4395"/>
            <a:ext cx="8930900" cy="4839285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QoS,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254745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81DCFF2-78B5-47EC-976D-AC9F7E8F5984}"/>
              </a:ext>
            </a:extLst>
          </p:cNvPr>
          <p:cNvSpPr txBox="1"/>
          <p:nvPr/>
        </p:nvSpPr>
        <p:spPr>
          <a:xfrm>
            <a:off x="3052688" y="5528605"/>
            <a:ext cx="34996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QoS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22F48C-A562-4A99-8B80-ED1857EA5F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28" y="127930"/>
            <a:ext cx="8210550" cy="540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439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81DCFF2-78B5-47EC-976D-AC9F7E8F5984}"/>
              </a:ext>
            </a:extLst>
          </p:cNvPr>
          <p:cNvSpPr txBox="1"/>
          <p:nvPr/>
        </p:nvSpPr>
        <p:spPr>
          <a:xfrm>
            <a:off x="1376613" y="6020972"/>
            <a:ext cx="6211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QoS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D75F5A-97A6-4319-A989-A75834286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836" y="171009"/>
            <a:ext cx="6813210" cy="584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4856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75583"/>
            <a:ext cx="8930900" cy="5008098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gắng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(Best effort):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phổ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internet hay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IP.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tâm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IntServ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Best effort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701286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75583"/>
            <a:ext cx="8930900" cy="5008098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IntServ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022467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81DCFF2-78B5-47EC-976D-AC9F7E8F5984}"/>
              </a:ext>
            </a:extLst>
          </p:cNvPr>
          <p:cNvSpPr txBox="1"/>
          <p:nvPr/>
        </p:nvSpPr>
        <p:spPr>
          <a:xfrm>
            <a:off x="2108133" y="4628271"/>
            <a:ext cx="47243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IntServ</a:t>
            </a:r>
            <a:endParaRPr lang="en-US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37BCF1-D6F0-410D-B900-108E63949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52" y="190697"/>
            <a:ext cx="9116221" cy="400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6578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75583"/>
            <a:ext cx="8930900" cy="5008098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IntServ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setup: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router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trữ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luồng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luồng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QoS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luồng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QoS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825736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75583"/>
            <a:ext cx="8930900" cy="5008098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IntServ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QoS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lựa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header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QoS ở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ra.</a:t>
            </a:r>
          </a:p>
        </p:txBody>
      </p:sp>
    </p:spTree>
    <p:extLst>
      <p:ext uri="{BB962C8B-B14F-4D97-AF65-F5344CB8AC3E}">
        <p14:creationId xmlns:p14="http://schemas.microsoft.com/office/powerpoint/2010/main" val="31846029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75583"/>
            <a:ext cx="8930900" cy="5008098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IntServ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GS: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trễ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effort.</a:t>
            </a:r>
          </a:p>
        </p:txBody>
      </p:sp>
    </p:spTree>
    <p:extLst>
      <p:ext uri="{BB962C8B-B14F-4D97-AF65-F5344CB8AC3E}">
        <p14:creationId xmlns:p14="http://schemas.microsoft.com/office/powerpoint/2010/main" val="38753252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75583"/>
            <a:ext cx="8930900" cy="5008098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DiffServ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nghĩa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dấu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biệt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router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lõi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dấu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header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27322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75583"/>
            <a:ext cx="8930900" cy="5008098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DiffServ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luồng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luồng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biệt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VPN.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7721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75583"/>
            <a:ext cx="8930900" cy="5008098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DiffServ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trễ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GS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IntServ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hay ATM.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vẫn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Classifier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IntServ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Classifier.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khuyến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khích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41474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81DCFF2-78B5-47EC-976D-AC9F7E8F5984}"/>
              </a:ext>
            </a:extLst>
          </p:cNvPr>
          <p:cNvSpPr txBox="1"/>
          <p:nvPr/>
        </p:nvSpPr>
        <p:spPr>
          <a:xfrm>
            <a:off x="649788" y="4642339"/>
            <a:ext cx="87556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DiffServ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biên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lõi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endParaRPr lang="en-US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F86B21-D276-4DA0-A493-F6B0AF585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17" y="1238629"/>
            <a:ext cx="9296073" cy="3088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7034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75583"/>
            <a:ext cx="8930900" cy="5008098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DiffServ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DS-byte: byte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DiffServ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DiffServ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Service Level Agreement (SLA)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94407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MPLS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80160"/>
            <a:ext cx="8930900" cy="5303521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Luồng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LSP (Label Switched Path)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(Class of Service) hay QoS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MPLS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gắn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ngầm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LSP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QoS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bởi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LSP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ATM.</a:t>
            </a:r>
          </a:p>
        </p:txBody>
      </p:sp>
    </p:spTree>
    <p:extLst>
      <p:ext uri="{BB962C8B-B14F-4D97-AF65-F5344CB8AC3E}">
        <p14:creationId xmlns:p14="http://schemas.microsoft.com/office/powerpoint/2010/main" val="13253870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75583"/>
            <a:ext cx="8930900" cy="5008098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trễ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Delay: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trễ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150ms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ITU-TG.114)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trễ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Jitter: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trễ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Packet loss: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xảy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hay chu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nghẽn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tục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Sequence error: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đích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đứt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quãng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776228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2432</TotalTime>
  <Words>1752</Words>
  <Application>Microsoft Office PowerPoint</Application>
  <PresentationFormat>Widescreen</PresentationFormat>
  <Paragraphs>117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Chương 6: Các vấn đề liên quan đến dịch vụ</vt:lpstr>
      <vt:lpstr>Bảo mật</vt:lpstr>
      <vt:lpstr>Bảo mật trong NGN</vt:lpstr>
      <vt:lpstr>PowerPoint Presentation</vt:lpstr>
      <vt:lpstr>Các yêu cầu về bảo mật </vt:lpstr>
      <vt:lpstr>Các yêu cầu về bảo mật </vt:lpstr>
      <vt:lpstr>Các vấn đề về bảo mật </vt:lpstr>
      <vt:lpstr>Các vấn đề về bảo mật </vt:lpstr>
      <vt:lpstr>Các giải pháp tạm thời </vt:lpstr>
      <vt:lpstr>Các giải pháp tạm thời </vt:lpstr>
      <vt:lpstr>Các giải pháp tạm thời </vt:lpstr>
      <vt:lpstr>PowerPoint Presentation</vt:lpstr>
      <vt:lpstr>Quanlity of Service (QoS)</vt:lpstr>
      <vt:lpstr>PowerPoint Presentation</vt:lpstr>
      <vt:lpstr>PowerPoint Presentation</vt:lpstr>
      <vt:lpstr>Các kỹ thuật trong QoS</vt:lpstr>
      <vt:lpstr>Các kỹ thuật trong QoS</vt:lpstr>
      <vt:lpstr>PowerPoint Presentation</vt:lpstr>
      <vt:lpstr>Các kỹ thuật trong QoS</vt:lpstr>
      <vt:lpstr>Các kỹ thuật trong QoS</vt:lpstr>
      <vt:lpstr>Các kỹ thuật trong QoS</vt:lpstr>
      <vt:lpstr>Các kỹ thuật trong QoS</vt:lpstr>
      <vt:lpstr>Các kỹ thuật trong QoS</vt:lpstr>
      <vt:lpstr>Các kỹ thuật trong QoS</vt:lpstr>
      <vt:lpstr>PowerPoint Presentation</vt:lpstr>
      <vt:lpstr>Các kỹ thuật trong QoS</vt:lpstr>
      <vt:lpstr>Chất lượng dịch vụ MPLS</vt:lpstr>
      <vt:lpstr>Các thông số QoS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1: Tổng quan về mạng thế hệ mới</dc:title>
  <dc:creator>macducdung.angel@outlook.com</dc:creator>
  <cp:lastModifiedBy> </cp:lastModifiedBy>
  <cp:revision>216</cp:revision>
  <dcterms:created xsi:type="dcterms:W3CDTF">2018-06-03T01:24:05Z</dcterms:created>
  <dcterms:modified xsi:type="dcterms:W3CDTF">2018-10-14T01:46:32Z</dcterms:modified>
</cp:coreProperties>
</file>